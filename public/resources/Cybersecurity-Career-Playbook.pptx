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0373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Cybersecurity Career Playbook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5932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Your guide to moving into, advancing within, or specializing in cybersecurity—built for experienced IT, operations, and technical professionals ready for the next chapter.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881113"/>
            <a:ext cx="529158" cy="215354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923604"/>
            <a:ext cx="81624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PART 1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2153171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Understanding the Landscape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80875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Before making your move, understand where cybersecurity roles live, how they differ, and which paths align with what you already do well.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125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Six Core Cybersecurity Paths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27758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1369516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Defensive Operations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1676028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SOC Analyst, real-time threat monitoring and alert triage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227758"/>
            <a:ext cx="4005039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4784601" y="1369516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Risk &amp; Compliance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4601" y="1676028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GRC Analyst, Risk Analyst—governance, audit, regulatory frameworks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413174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37877" y="2554932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Infrastructure Security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7877" y="2861444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Cloud Security Specialist, Security Engineer—hardening systems and networks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2413174"/>
            <a:ext cx="4005039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4784601" y="2554932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Threat &amp; Incident Response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4601" y="2861444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Incident Response Analyst, Threat Hunter—investigation and forensics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598590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637877" y="3740348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Application Security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7877" y="4046860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AppSec Engineer, Secure Code Reviewer—development pipeline security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2842" y="3598590"/>
            <a:ext cx="4005039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4784601" y="3740348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Consulting &amp; Advisory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84601" y="4046860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 Consultant, Architect—strategy and implementation guidance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668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Role Comparison: SOC Analyst vs. GRC Analyst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762274"/>
            <a:ext cx="4107135" cy="2274540"/>
          </a:xfrm>
          <a:prstGeom prst="roundRect">
            <a:avLst>
              <a:gd name="adj" fmla="val 935"/>
            </a:avLst>
          </a:prstGeom>
          <a:solidFill>
            <a:srgbClr val="2150FE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904033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SOC Analyst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267248"/>
            <a:ext cx="3823618" cy="779562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Fast-paced, alert-driven environment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Technical depth in tools and threat detection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Shift-based work common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904033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GRC Analyst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267248"/>
            <a:ext cx="3902943" cy="779562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Process-focused, documentation-heavy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Regulatory and framework knowledge central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Standard business hours typical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49701" y="3241700"/>
            <a:ext cx="3902943" cy="19050"/>
          </a:xfrm>
          <a:prstGeom prst="roundRect">
            <a:avLst>
              <a:gd name="adj" fmla="val 50000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749701" y="3455640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Shared ground: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Both require risk thinking and serve as strong entry points for career changers.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9415"/>
            <a:ext cx="8151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Role Comparison: Security Engineer vs. Cloud Security Specialist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22078"/>
            <a:ext cx="5183237" cy="29371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3772" y="1684883"/>
            <a:ext cx="26387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Security Engineer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13772" y="2024732"/>
            <a:ext cx="263879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Broader infrastructure focus—firewalls, VPNs, identity, and endpoint security across on-premise and hybrid environments.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013772" y="2786807"/>
            <a:ext cx="26387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Cloud Security Specialist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13772" y="3126656"/>
            <a:ext cx="2638797" cy="138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AWS/Azure/GCP expertise, container security, IAM, and data protection in cloud-native environments. Cloud roles command premium salaries.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Shared ground: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Both demand hands-on technical skills and system-level thinking.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767706"/>
            <a:ext cx="529158" cy="215354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810196"/>
            <a:ext cx="81624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PART 2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203976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Assess Your Transferable Skills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69535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Your existing experience is a genuine asset. The next cards map five common professional backgrounds to specific security roles—so you can see exactly where you already stand.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4080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From IT Operations to Security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67310"/>
            <a:ext cx="2622724" cy="15353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2328118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You Already Have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634630"/>
            <a:ext cx="22249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 administration, patch management, incident response basics, and change control discipline.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167310"/>
            <a:ext cx="2622724" cy="15353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2328118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You Need to Build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7610" y="2634630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Threat modeling, vulnerability assessment methodology, and security architecture thinking.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2167310"/>
            <a:ext cx="2622724" cy="15353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2328118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Best-Fit Roles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2092" y="2634630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SOC Analyst · Security Engineer · Cloud Security Specialist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04156"/>
            <a:ext cx="5179516" cy="29350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20767" y="558775"/>
            <a:ext cx="2631877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From Networking to Security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20767" y="1485826"/>
            <a:ext cx="263187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You Already Have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0767" y="1841227"/>
            <a:ext cx="2631877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Network protocols, routing, firewalls, packet analysis, and traffic monitoring experience.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020767" y="2642964"/>
            <a:ext cx="263187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You Need to Build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0767" y="2998366"/>
            <a:ext cx="2631877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Threat intelligence practices, intrusion detection systems, and network segmentation strategy.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20767" y="3800103"/>
            <a:ext cx="263187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Best-Fit Roles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20767" y="4155504"/>
            <a:ext cx="263187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SOC Analyst · Security Engineer · Threat Hunter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4921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From Software Development to Security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75718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70725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You Already Have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013770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Code review, testing cycles, deployment pipelines, and secure coding awareness baked in from development work.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175718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70725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You Need to Build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013770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OWASP Top 10 mastery, threat modeling techniques, and security testing framework expertise.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175718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70725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Best-Fit Roles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013770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AppSec Engineer · Security Engineer · Secure Code Reviewer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97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From Risk, Compliance &amp; Audit to Security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2710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You Already Have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690315"/>
            <a:ext cx="3902943" cy="779562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Regulatory frameworks and audit processes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assessment methodology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Documentation discipline and reporting rigor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61163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You Need to Build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974851"/>
            <a:ext cx="3902943" cy="779562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Technical security controls knowledge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Threat landscape awareness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Hands-on security tool experience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89617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Best-Fit Roles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4259387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GRC Analyst · Risk Analyst · Security Consultant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2190676"/>
            <a:ext cx="2551807" cy="14176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9451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From Operations &amp; Support to Security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893094"/>
            <a:ext cx="2290465" cy="1497285"/>
          </a:xfrm>
          <a:prstGeom prst="roundRect">
            <a:avLst>
              <a:gd name="adj" fmla="val 1420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2034853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You Already Have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2341364"/>
            <a:ext cx="200694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Troubleshooting instincts, user support experience, process documentation, and escalation management.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893094"/>
            <a:ext cx="2290539" cy="1497285"/>
          </a:xfrm>
          <a:prstGeom prst="roundRect">
            <a:avLst>
              <a:gd name="adj" fmla="val 1420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2034853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You Need to Build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2341364"/>
            <a:ext cx="20070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Threat detection fundamentals, vulnerability analysis skills, and proficiency with core security tooling.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532138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673897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Best-Fit Roles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980408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SOC Analyst · Security Operations · Incident Response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2026-08-14T07:02:27Z</dcterms:created>
  <dcterms:modified xsi:type="dcterms:W3CDTF">2026-08-14T07:02:27Z</dcterms:modified>
</cp:coreProperties>
</file>