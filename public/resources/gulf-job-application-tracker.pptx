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eebo" charset="1" panose="00000500000000000000"/>
      <p:regular r:id="rId15"/>
    </p:embeddedFont>
    <p:embeddedFont>
      <p:font typeface="Crimson Pro" charset="1" panose="00000000000000000000"/>
      <p:regular r:id="rId16"/>
    </p:embeddedFont>
    <p:embeddedFont>
      <p:font typeface="Heebo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3581307"/>
            <a:chOff x="0" y="0"/>
            <a:chExt cx="24384000" cy="181084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8108422"/>
            </a:xfrm>
            <a:custGeom>
              <a:avLst/>
              <a:gdLst/>
              <a:ahLst/>
              <a:cxnLst/>
              <a:rect r="r" b="b" t="t" l="l"/>
              <a:pathLst>
                <a:path h="1810842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108422"/>
                  </a:lnTo>
                  <a:lnTo>
                    <a:pt x="0" y="18108422"/>
                  </a:ln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3581307"/>
            <a:chOff x="0" y="0"/>
            <a:chExt cx="24384000" cy="1810840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4384000" cy="18108422"/>
            </a:xfrm>
            <a:custGeom>
              <a:avLst/>
              <a:gdLst/>
              <a:ahLst/>
              <a:cxnLst/>
              <a:rect r="r" b="b" t="t" l="l"/>
              <a:pathLst>
                <a:path h="1810842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108422"/>
                  </a:lnTo>
                  <a:lnTo>
                    <a:pt x="0" y="18108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" r="0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0049" y="848620"/>
            <a:ext cx="16127911" cy="10749115"/>
            <a:chOff x="0" y="0"/>
            <a:chExt cx="21503881" cy="143321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1503894" cy="14332204"/>
            </a:xfrm>
            <a:custGeom>
              <a:avLst/>
              <a:gdLst/>
              <a:ahLst/>
              <a:cxnLst/>
              <a:rect r="r" b="b" t="t" l="l"/>
              <a:pathLst>
                <a:path h="14332204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14332204"/>
                  </a:lnTo>
                  <a:lnTo>
                    <a:pt x="0" y="14332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0049" y="11684498"/>
            <a:ext cx="624183" cy="234401"/>
            <a:chOff x="0" y="0"/>
            <a:chExt cx="832244" cy="3125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2231" cy="312547"/>
            </a:xfrm>
            <a:custGeom>
              <a:avLst/>
              <a:gdLst/>
              <a:ahLst/>
              <a:cxnLst/>
              <a:rect r="r" b="b" t="t" l="l"/>
              <a:pathLst>
                <a:path h="312547" w="832231">
                  <a:moveTo>
                    <a:pt x="0" y="24638"/>
                  </a:moveTo>
                  <a:cubicBezTo>
                    <a:pt x="0" y="11049"/>
                    <a:pt x="11049" y="0"/>
                    <a:pt x="24638" y="0"/>
                  </a:cubicBezTo>
                  <a:lnTo>
                    <a:pt x="807593" y="0"/>
                  </a:lnTo>
                  <a:cubicBezTo>
                    <a:pt x="821182" y="0"/>
                    <a:pt x="832231" y="11049"/>
                    <a:pt x="832231" y="24638"/>
                  </a:cubicBezTo>
                  <a:lnTo>
                    <a:pt x="832231" y="287909"/>
                  </a:lnTo>
                  <a:cubicBezTo>
                    <a:pt x="832231" y="301498"/>
                    <a:pt x="821182" y="312547"/>
                    <a:pt x="807593" y="312547"/>
                  </a:cubicBezTo>
                  <a:lnTo>
                    <a:pt x="24638" y="312547"/>
                  </a:lnTo>
                  <a:cubicBezTo>
                    <a:pt x="11049" y="312547"/>
                    <a:pt x="0" y="301498"/>
                    <a:pt x="0" y="287909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72613" y="11730780"/>
            <a:ext cx="1353445" cy="1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"/>
              </a:lnSpc>
            </a:pPr>
            <a:r>
              <a:rPr lang="en-US" sz="9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FALAYN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0049" y="11921138"/>
            <a:ext cx="16127911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Gulf Job Application Tracker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0049" y="12547549"/>
            <a:ext cx="17042311" cy="1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Organise your applications. Stay on top of your Gulf job search.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2430656"/>
            <a:ext cx="161279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0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Track Your Job Search in 3 Simple Steps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80049" y="4050354"/>
            <a:ext cx="5170294" cy="3767728"/>
          </a:xfrm>
          <a:custGeom>
            <a:avLst/>
            <a:gdLst/>
            <a:ahLst/>
            <a:cxnLst/>
            <a:rect r="r" b="b" t="t" l="l"/>
            <a:pathLst>
              <a:path h="3767728" w="5170294">
                <a:moveTo>
                  <a:pt x="0" y="0"/>
                </a:moveTo>
                <a:lnTo>
                  <a:pt x="5170294" y="0"/>
                </a:lnTo>
                <a:lnTo>
                  <a:pt x="5170294" y="3767728"/>
                </a:lnTo>
                <a:lnTo>
                  <a:pt x="0" y="3767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7" r="0" b="-3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433762" y="4261990"/>
            <a:ext cx="462858" cy="578644"/>
            <a:chOff x="0" y="0"/>
            <a:chExt cx="617144" cy="7715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7141" cy="771525"/>
            </a:xfrm>
            <a:custGeom>
              <a:avLst/>
              <a:gdLst/>
              <a:ahLst/>
              <a:cxnLst/>
              <a:rect r="r" b="b" t="t" l="l"/>
              <a:pathLst>
                <a:path h="771525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771525"/>
                  </a:lnTo>
                  <a:lnTo>
                    <a:pt x="0" y="7715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99" t="0" r="-11040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17144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26664" y="5294119"/>
            <a:ext cx="4477045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Find a Job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6664" y="5904309"/>
            <a:ext cx="4477045" cy="156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Save the opportunities that match your skills and career goals.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6558858" y="4050354"/>
            <a:ext cx="5170294" cy="3767728"/>
          </a:xfrm>
          <a:custGeom>
            <a:avLst/>
            <a:gdLst/>
            <a:ahLst/>
            <a:cxnLst/>
            <a:rect r="r" b="b" t="t" l="l"/>
            <a:pathLst>
              <a:path h="3767728" w="5170294">
                <a:moveTo>
                  <a:pt x="0" y="0"/>
                </a:moveTo>
                <a:lnTo>
                  <a:pt x="5170294" y="0"/>
                </a:lnTo>
                <a:lnTo>
                  <a:pt x="5170294" y="3767728"/>
                </a:lnTo>
                <a:lnTo>
                  <a:pt x="0" y="3767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7" r="0" b="-38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912571" y="4261990"/>
            <a:ext cx="462858" cy="578644"/>
            <a:chOff x="0" y="0"/>
            <a:chExt cx="617144" cy="7715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7141" cy="771525"/>
            </a:xfrm>
            <a:custGeom>
              <a:avLst/>
              <a:gdLst/>
              <a:ahLst/>
              <a:cxnLst/>
              <a:rect r="r" b="b" t="t" l="l"/>
              <a:pathLst>
                <a:path h="771525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771525"/>
                  </a:lnTo>
                  <a:lnTo>
                    <a:pt x="0" y="7715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99" t="0" r="-11040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17144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05473" y="5294119"/>
            <a:ext cx="4477045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Track It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05473" y="5904309"/>
            <a:ext cx="4477045" cy="156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Record the company, role, location, application date, and status.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2037666" y="4050354"/>
            <a:ext cx="5170294" cy="3767728"/>
          </a:xfrm>
          <a:custGeom>
            <a:avLst/>
            <a:gdLst/>
            <a:ahLst/>
            <a:cxnLst/>
            <a:rect r="r" b="b" t="t" l="l"/>
            <a:pathLst>
              <a:path h="3767728" w="5170294">
                <a:moveTo>
                  <a:pt x="0" y="0"/>
                </a:moveTo>
                <a:lnTo>
                  <a:pt x="5170294" y="0"/>
                </a:lnTo>
                <a:lnTo>
                  <a:pt x="5170294" y="3767728"/>
                </a:lnTo>
                <a:lnTo>
                  <a:pt x="0" y="3767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7" r="0" b="-38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4391380" y="4261990"/>
            <a:ext cx="462858" cy="578644"/>
            <a:chOff x="0" y="0"/>
            <a:chExt cx="617144" cy="7715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7141" cy="771525"/>
            </a:xfrm>
            <a:custGeom>
              <a:avLst/>
              <a:gdLst/>
              <a:ahLst/>
              <a:cxnLst/>
              <a:rect r="r" b="b" t="t" l="l"/>
              <a:pathLst>
                <a:path h="771525" w="617141">
                  <a:moveTo>
                    <a:pt x="0" y="0"/>
                  </a:moveTo>
                  <a:lnTo>
                    <a:pt x="617141" y="0"/>
                  </a:lnTo>
                  <a:lnTo>
                    <a:pt x="617141" y="771525"/>
                  </a:lnTo>
                  <a:lnTo>
                    <a:pt x="0" y="7715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99" t="0" r="-11040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17144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3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384291" y="5294119"/>
            <a:ext cx="4477045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Follow Up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84291" y="5904309"/>
            <a:ext cx="4477045" cy="156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Add a follow-up date so important applications do not get forgotten.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900713"/>
            <a:ext cx="16127911" cy="88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sz="5299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My Gulf Job Application Tracker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2198046"/>
            <a:ext cx="17042311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i="tru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Example entries to get you started: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5287" y="2921194"/>
            <a:ext cx="16137436" cy="4506516"/>
            <a:chOff x="0" y="0"/>
            <a:chExt cx="21516581" cy="60086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16594" cy="6008624"/>
            </a:xfrm>
            <a:custGeom>
              <a:avLst/>
              <a:gdLst/>
              <a:ahLst/>
              <a:cxnLst/>
              <a:rect r="r" b="b" t="t" l="l"/>
              <a:pathLst>
                <a:path h="6008624" w="21516594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21462492" y="0"/>
                  </a:lnTo>
                  <a:cubicBezTo>
                    <a:pt x="21492336" y="0"/>
                    <a:pt x="21516594" y="24257"/>
                    <a:pt x="21516594" y="54102"/>
                  </a:cubicBezTo>
                  <a:lnTo>
                    <a:pt x="21516594" y="5954522"/>
                  </a:lnTo>
                  <a:cubicBezTo>
                    <a:pt x="21516594" y="5984367"/>
                    <a:pt x="21492336" y="6008624"/>
                    <a:pt x="21462492" y="6008624"/>
                  </a:cubicBezTo>
                  <a:lnTo>
                    <a:pt x="54102" y="6008624"/>
                  </a:lnTo>
                  <a:cubicBezTo>
                    <a:pt x="24257" y="6008624"/>
                    <a:pt x="0" y="5984367"/>
                    <a:pt x="0" y="595452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74" r="0" b="-19775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0049" y="3647627"/>
            <a:ext cx="16127911" cy="16878"/>
            <a:chOff x="0" y="0"/>
            <a:chExt cx="21503881" cy="22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03894" cy="22479"/>
            </a:xfrm>
            <a:custGeom>
              <a:avLst/>
              <a:gdLst/>
              <a:ahLst/>
              <a:cxnLst/>
              <a:rect r="r" b="b" t="t" l="l"/>
              <a:pathLst>
                <a:path h="22479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2479"/>
                  </a:lnTo>
                  <a:lnTo>
                    <a:pt x="0" y="2247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0049" y="4769491"/>
            <a:ext cx="16127911" cy="16878"/>
            <a:chOff x="0" y="0"/>
            <a:chExt cx="21503881" cy="225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03894" cy="22479"/>
            </a:xfrm>
            <a:custGeom>
              <a:avLst/>
              <a:gdLst/>
              <a:ahLst/>
              <a:cxnLst/>
              <a:rect r="r" b="b" t="t" l="l"/>
              <a:pathLst>
                <a:path h="22479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2479"/>
                  </a:lnTo>
                  <a:lnTo>
                    <a:pt x="0" y="2247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0049" y="6296320"/>
            <a:ext cx="16127911" cy="16878"/>
            <a:chOff x="0" y="0"/>
            <a:chExt cx="21503881" cy="225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503894" cy="22479"/>
            </a:xfrm>
            <a:custGeom>
              <a:avLst/>
              <a:gdLst/>
              <a:ahLst/>
              <a:cxnLst/>
              <a:rect r="r" b="b" t="t" l="l"/>
              <a:pathLst>
                <a:path h="22479" w="21503894">
                  <a:moveTo>
                    <a:pt x="0" y="0"/>
                  </a:moveTo>
                  <a:lnTo>
                    <a:pt x="21503894" y="0"/>
                  </a:lnTo>
                  <a:lnTo>
                    <a:pt x="21503894" y="22479"/>
                  </a:lnTo>
                  <a:lnTo>
                    <a:pt x="0" y="2247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90165" y="2935491"/>
            <a:ext cx="2899467" cy="712146"/>
            <a:chOff x="0" y="0"/>
            <a:chExt cx="3865956" cy="9495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66007" cy="949579"/>
            </a:xfrm>
            <a:custGeom>
              <a:avLst/>
              <a:gdLst/>
              <a:ahLst/>
              <a:cxnLst/>
              <a:rect r="r" b="b" t="t" l="l"/>
              <a:pathLst>
                <a:path h="949579" w="3866007">
                  <a:moveTo>
                    <a:pt x="44958" y="0"/>
                  </a:moveTo>
                  <a:lnTo>
                    <a:pt x="3866007" y="0"/>
                  </a:lnTo>
                  <a:lnTo>
                    <a:pt x="3866007" y="949579"/>
                  </a:lnTo>
                  <a:lnTo>
                    <a:pt x="0" y="949579"/>
                  </a:lnTo>
                  <a:lnTo>
                    <a:pt x="0" y="44958"/>
                  </a:lnTo>
                  <a:cubicBezTo>
                    <a:pt x="0" y="20193"/>
                    <a:pt x="20193" y="0"/>
                    <a:pt x="44958" y="0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60141" y="3029550"/>
            <a:ext cx="3273923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Company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989632" y="2935491"/>
            <a:ext cx="2899467" cy="712146"/>
            <a:chOff x="0" y="0"/>
            <a:chExt cx="3865956" cy="9495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66007" cy="949579"/>
            </a:xfrm>
            <a:custGeom>
              <a:avLst/>
              <a:gdLst/>
              <a:ahLst/>
              <a:cxnLst/>
              <a:rect r="r" b="b" t="t" l="l"/>
              <a:pathLst>
                <a:path h="949579" w="3866007">
                  <a:moveTo>
                    <a:pt x="0" y="0"/>
                  </a:moveTo>
                  <a:lnTo>
                    <a:pt x="3866007" y="0"/>
                  </a:lnTo>
                  <a:lnTo>
                    <a:pt x="3866007" y="949579"/>
                  </a:lnTo>
                  <a:lnTo>
                    <a:pt x="0" y="94957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4259609" y="3029550"/>
            <a:ext cx="3273923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Job Title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89109" y="2935491"/>
            <a:ext cx="2577408" cy="712146"/>
            <a:chOff x="0" y="0"/>
            <a:chExt cx="3436544" cy="9495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36493" cy="949579"/>
            </a:xfrm>
            <a:custGeom>
              <a:avLst/>
              <a:gdLst/>
              <a:ahLst/>
              <a:cxnLst/>
              <a:rect r="r" b="b" t="t" l="l"/>
              <a:pathLst>
                <a:path h="949579" w="3436493">
                  <a:moveTo>
                    <a:pt x="0" y="0"/>
                  </a:moveTo>
                  <a:lnTo>
                    <a:pt x="3436493" y="0"/>
                  </a:lnTo>
                  <a:lnTo>
                    <a:pt x="3436493" y="949579"/>
                  </a:lnTo>
                  <a:lnTo>
                    <a:pt x="0" y="94957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159076" y="3029550"/>
            <a:ext cx="2951855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Location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66507" y="2935491"/>
            <a:ext cx="1932984" cy="712146"/>
            <a:chOff x="0" y="0"/>
            <a:chExt cx="2577313" cy="9495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77338" cy="949579"/>
            </a:xfrm>
            <a:custGeom>
              <a:avLst/>
              <a:gdLst/>
              <a:ahLst/>
              <a:cxnLst/>
              <a:rect r="r" b="b" t="t" l="l"/>
              <a:pathLst>
                <a:path h="949579" w="2577338">
                  <a:moveTo>
                    <a:pt x="0" y="0"/>
                  </a:moveTo>
                  <a:lnTo>
                    <a:pt x="2577338" y="0"/>
                  </a:lnTo>
                  <a:lnTo>
                    <a:pt x="2577338" y="949579"/>
                  </a:lnTo>
                  <a:lnTo>
                    <a:pt x="0" y="94957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736484" y="3029550"/>
            <a:ext cx="2307431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Applied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399491" y="2935491"/>
            <a:ext cx="1932984" cy="712146"/>
            <a:chOff x="0" y="0"/>
            <a:chExt cx="2577313" cy="9495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77338" cy="949579"/>
            </a:xfrm>
            <a:custGeom>
              <a:avLst/>
              <a:gdLst/>
              <a:ahLst/>
              <a:cxnLst/>
              <a:rect r="r" b="b" t="t" l="l"/>
              <a:pathLst>
                <a:path h="949579" w="2577338">
                  <a:moveTo>
                    <a:pt x="0" y="0"/>
                  </a:moveTo>
                  <a:lnTo>
                    <a:pt x="2577338" y="0"/>
                  </a:lnTo>
                  <a:lnTo>
                    <a:pt x="2577338" y="949579"/>
                  </a:lnTo>
                  <a:lnTo>
                    <a:pt x="0" y="94957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669468" y="3029550"/>
            <a:ext cx="2307431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Status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332466" y="2935491"/>
            <a:ext cx="1932984" cy="712146"/>
            <a:chOff x="0" y="0"/>
            <a:chExt cx="2577313" cy="9495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77338" cy="949579"/>
            </a:xfrm>
            <a:custGeom>
              <a:avLst/>
              <a:gdLst/>
              <a:ahLst/>
              <a:cxnLst/>
              <a:rect r="r" b="b" t="t" l="l"/>
              <a:pathLst>
                <a:path h="949579" w="2577338">
                  <a:moveTo>
                    <a:pt x="0" y="0"/>
                  </a:moveTo>
                  <a:lnTo>
                    <a:pt x="2577338" y="0"/>
                  </a:lnTo>
                  <a:lnTo>
                    <a:pt x="2577338" y="949579"/>
                  </a:lnTo>
                  <a:lnTo>
                    <a:pt x="0" y="94957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3602443" y="3029550"/>
            <a:ext cx="2307431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Follow-Up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5265451" y="2935491"/>
            <a:ext cx="1932984" cy="712146"/>
            <a:chOff x="0" y="0"/>
            <a:chExt cx="2577313" cy="9495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77211" cy="949579"/>
            </a:xfrm>
            <a:custGeom>
              <a:avLst/>
              <a:gdLst/>
              <a:ahLst/>
              <a:cxnLst/>
              <a:rect r="r" b="b" t="t" l="l"/>
              <a:pathLst>
                <a:path h="949579" w="2577211">
                  <a:moveTo>
                    <a:pt x="0" y="0"/>
                  </a:moveTo>
                  <a:lnTo>
                    <a:pt x="2532253" y="0"/>
                  </a:lnTo>
                  <a:cubicBezTo>
                    <a:pt x="2557145" y="0"/>
                    <a:pt x="2577211" y="20193"/>
                    <a:pt x="2577211" y="44958"/>
                  </a:cubicBezTo>
                  <a:lnTo>
                    <a:pt x="2577211" y="949579"/>
                  </a:lnTo>
                  <a:lnTo>
                    <a:pt x="0" y="9495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5535427" y="3029550"/>
            <a:ext cx="2307431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272525"/>
                </a:solidFill>
                <a:latin typeface="Heebo Bold"/>
                <a:ea typeface="Heebo Bold"/>
                <a:cs typeface="Heebo Bold"/>
                <a:sym typeface="Heebo Bold"/>
              </a:rPr>
              <a:t>Notes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60141" y="3746449"/>
            <a:ext cx="3273923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Emaar Properties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259609" y="3746449"/>
            <a:ext cx="3273923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Project Manager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59076" y="3746449"/>
            <a:ext cx="2951855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Dubai, UAE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36484" y="3746449"/>
            <a:ext cx="2307431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Jan 15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669468" y="3746449"/>
            <a:ext cx="2307431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D97706"/>
                </a:solidFill>
                <a:latin typeface="Heebo Bold"/>
                <a:ea typeface="Heebo Bold"/>
                <a:cs typeface="Heebo Bold"/>
                <a:sym typeface="Heebo Bold"/>
              </a:rPr>
              <a:t>Applied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602443" y="3746449"/>
            <a:ext cx="2307431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Jan 29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535427" y="3746449"/>
            <a:ext cx="1393031" cy="86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Follow up via email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60141" y="4868313"/>
            <a:ext cx="3273923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ADNOC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259609" y="4868313"/>
            <a:ext cx="3273923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Operations Analyst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159076" y="4868313"/>
            <a:ext cx="2951855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Abu Dhabi, UAE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736484" y="4868313"/>
            <a:ext cx="2307431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Jan 10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669468" y="4868313"/>
            <a:ext cx="2307431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059669"/>
                </a:solidFill>
                <a:latin typeface="Heebo Bold"/>
                <a:ea typeface="Heebo Bold"/>
                <a:cs typeface="Heebo Bold"/>
                <a:sym typeface="Heebo Bold"/>
              </a:rPr>
              <a:t>Interview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602443" y="4868313"/>
            <a:ext cx="2307431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Jan 25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535427" y="4868313"/>
            <a:ext cx="1393031" cy="127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Interview scheduled Feb 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60141" y="6395142"/>
            <a:ext cx="3273923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Majid Al Futtaim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259609" y="6395142"/>
            <a:ext cx="3273923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HR Specialist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159076" y="6395142"/>
            <a:ext cx="2951855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Dubai, UAE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36484" y="6395142"/>
            <a:ext cx="2307431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Jan 8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669468" y="6395142"/>
            <a:ext cx="2307431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6B7280"/>
                </a:solidFill>
                <a:latin typeface="Heebo Bold"/>
                <a:ea typeface="Heebo Bold"/>
                <a:cs typeface="Heebo Bold"/>
                <a:sym typeface="Heebo Bold"/>
              </a:rPr>
              <a:t>Saved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602443" y="6395142"/>
            <a:ext cx="2307431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Jan 22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535427" y="6395142"/>
            <a:ext cx="1393031" cy="86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Customise CV for role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80049" y="7631611"/>
            <a:ext cx="17042311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Status options:</a:t>
            </a: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Saved • Applied • Interview • Offer • Rejected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080049" y="8359531"/>
            <a:ext cx="16127911" cy="988514"/>
            <a:chOff x="0" y="0"/>
            <a:chExt cx="21503881" cy="131801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503894" cy="1318006"/>
            </a:xfrm>
            <a:custGeom>
              <a:avLst/>
              <a:gdLst/>
              <a:ahLst/>
              <a:cxnLst/>
              <a:rect r="r" b="b" t="t" l="l"/>
              <a:pathLst>
                <a:path h="1318006" w="21503894">
                  <a:moveTo>
                    <a:pt x="0" y="53975"/>
                  </a:moveTo>
                  <a:cubicBezTo>
                    <a:pt x="0" y="24130"/>
                    <a:pt x="24130" y="0"/>
                    <a:pt x="53975" y="0"/>
                  </a:cubicBezTo>
                  <a:lnTo>
                    <a:pt x="21449919" y="0"/>
                  </a:lnTo>
                  <a:cubicBezTo>
                    <a:pt x="21479763" y="0"/>
                    <a:pt x="21503894" y="24130"/>
                    <a:pt x="21503894" y="53975"/>
                  </a:cubicBezTo>
                  <a:lnTo>
                    <a:pt x="21503894" y="1264031"/>
                  </a:lnTo>
                  <a:cubicBezTo>
                    <a:pt x="21503894" y="1293876"/>
                    <a:pt x="21479763" y="1318006"/>
                    <a:pt x="21449919" y="1318006"/>
                  </a:cubicBezTo>
                  <a:lnTo>
                    <a:pt x="53975" y="1318006"/>
                  </a:lnTo>
                  <a:cubicBezTo>
                    <a:pt x="24130" y="1318006"/>
                    <a:pt x="0" y="1293876"/>
                    <a:pt x="0" y="1264031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50016" y="8693496"/>
            <a:ext cx="337537" cy="269977"/>
            <a:chOff x="0" y="0"/>
            <a:chExt cx="450050" cy="359969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450088" cy="359918"/>
            </a:xfrm>
            <a:custGeom>
              <a:avLst/>
              <a:gdLst/>
              <a:ahLst/>
              <a:cxnLst/>
              <a:rect r="r" b="b" t="t" l="l"/>
              <a:pathLst>
                <a:path h="359918" w="450088">
                  <a:moveTo>
                    <a:pt x="0" y="0"/>
                  </a:moveTo>
                  <a:lnTo>
                    <a:pt x="450088" y="0"/>
                  </a:lnTo>
                  <a:lnTo>
                    <a:pt x="450088" y="359918"/>
                  </a:lnTo>
                  <a:lnTo>
                    <a:pt x="0" y="359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9" r="8" b="-370"/>
              </a:stretch>
            </a:blip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957540" y="8605990"/>
            <a:ext cx="15894844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Copy this format to your own spreadsheet — Excel, Google Sheets, or print this page.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877938"/>
            <a:ext cx="16127911" cy="88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sz="5299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Know Where Every Application Stands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5673" y="2114255"/>
            <a:ext cx="7283948" cy="7256564"/>
            <a:chOff x="0" y="0"/>
            <a:chExt cx="9711931" cy="96754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11944" cy="9675368"/>
            </a:xfrm>
            <a:custGeom>
              <a:avLst/>
              <a:gdLst/>
              <a:ahLst/>
              <a:cxnLst/>
              <a:rect r="r" b="b" t="t" l="l"/>
              <a:pathLst>
                <a:path h="9675368" w="9711944">
                  <a:moveTo>
                    <a:pt x="0" y="53975"/>
                  </a:moveTo>
                  <a:cubicBezTo>
                    <a:pt x="0" y="24130"/>
                    <a:pt x="24130" y="0"/>
                    <a:pt x="53975" y="0"/>
                  </a:cubicBezTo>
                  <a:lnTo>
                    <a:pt x="9657969" y="0"/>
                  </a:lnTo>
                  <a:cubicBezTo>
                    <a:pt x="9687813" y="0"/>
                    <a:pt x="9711944" y="24130"/>
                    <a:pt x="9711944" y="53975"/>
                  </a:cubicBezTo>
                  <a:lnTo>
                    <a:pt x="9711944" y="9621393"/>
                  </a:lnTo>
                  <a:cubicBezTo>
                    <a:pt x="9711944" y="9651238"/>
                    <a:pt x="9687813" y="9675368"/>
                    <a:pt x="9657969" y="9675368"/>
                  </a:cubicBezTo>
                  <a:lnTo>
                    <a:pt x="53975" y="9675368"/>
                  </a:lnTo>
                  <a:cubicBezTo>
                    <a:pt x="24130" y="9675368"/>
                    <a:pt x="0" y="9651238"/>
                    <a:pt x="0" y="9621393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55649" y="2380059"/>
            <a:ext cx="6743995" cy="4494762"/>
            <a:chOff x="0" y="0"/>
            <a:chExt cx="8991994" cy="5993016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991981" cy="5993003"/>
            </a:xfrm>
            <a:custGeom>
              <a:avLst/>
              <a:gdLst/>
              <a:ahLst/>
              <a:cxnLst/>
              <a:rect r="r" b="b" t="t" l="l"/>
              <a:pathLst>
                <a:path h="5993003" w="8991981">
                  <a:moveTo>
                    <a:pt x="0" y="0"/>
                  </a:moveTo>
                  <a:lnTo>
                    <a:pt x="8991981" y="0"/>
                  </a:lnTo>
                  <a:lnTo>
                    <a:pt x="8991981" y="5993003"/>
                  </a:lnTo>
                  <a:lnTo>
                    <a:pt x="0" y="5993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6" t="0" r="-57" b="0"/>
              </a:stretch>
            </a:blip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8643490" y="2380059"/>
            <a:ext cx="4168826" cy="2084194"/>
          </a:xfrm>
          <a:custGeom>
            <a:avLst/>
            <a:gdLst/>
            <a:ahLst/>
            <a:cxnLst/>
            <a:rect r="r" b="b" t="t" l="l"/>
            <a:pathLst>
              <a:path h="2084194" w="4168826">
                <a:moveTo>
                  <a:pt x="0" y="0"/>
                </a:moveTo>
                <a:lnTo>
                  <a:pt x="4168826" y="0"/>
                </a:lnTo>
                <a:lnTo>
                  <a:pt x="4168826" y="2084194"/>
                </a:lnTo>
                <a:lnTo>
                  <a:pt x="0" y="2084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" r="0" b="-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03966" y="2669086"/>
            <a:ext cx="3400273" cy="44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Saved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03966" y="3289106"/>
            <a:ext cx="3400273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Jobs you plan to apply for.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3048507" y="2380059"/>
            <a:ext cx="4168826" cy="2084194"/>
          </a:xfrm>
          <a:custGeom>
            <a:avLst/>
            <a:gdLst/>
            <a:ahLst/>
            <a:cxnLst/>
            <a:rect r="r" b="b" t="t" l="l"/>
            <a:pathLst>
              <a:path h="2084194" w="4168826">
                <a:moveTo>
                  <a:pt x="0" y="0"/>
                </a:moveTo>
                <a:lnTo>
                  <a:pt x="4168826" y="0"/>
                </a:lnTo>
                <a:lnTo>
                  <a:pt x="4168826" y="2084194"/>
                </a:lnTo>
                <a:lnTo>
                  <a:pt x="0" y="2084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" r="0" b="-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508984" y="2669086"/>
            <a:ext cx="3400273" cy="44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Applied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08984" y="3289106"/>
            <a:ext cx="3400273" cy="86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Applications you have submitted.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8643490" y="4700435"/>
            <a:ext cx="4168826" cy="2084194"/>
          </a:xfrm>
          <a:custGeom>
            <a:avLst/>
            <a:gdLst/>
            <a:ahLst/>
            <a:cxnLst/>
            <a:rect r="r" b="b" t="t" l="l"/>
            <a:pathLst>
              <a:path h="2084194" w="4168826">
                <a:moveTo>
                  <a:pt x="0" y="0"/>
                </a:moveTo>
                <a:lnTo>
                  <a:pt x="4168826" y="0"/>
                </a:lnTo>
                <a:lnTo>
                  <a:pt x="4168826" y="2084194"/>
                </a:lnTo>
                <a:lnTo>
                  <a:pt x="0" y="2084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" r="0" b="-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103966" y="4989462"/>
            <a:ext cx="3400273" cy="44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Interview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03966" y="5609482"/>
            <a:ext cx="3400273" cy="86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An interview has been scheduled.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3048507" y="4700435"/>
            <a:ext cx="4168826" cy="2084194"/>
          </a:xfrm>
          <a:custGeom>
            <a:avLst/>
            <a:gdLst/>
            <a:ahLst/>
            <a:cxnLst/>
            <a:rect r="r" b="b" t="t" l="l"/>
            <a:pathLst>
              <a:path h="2084194" w="4168826">
                <a:moveTo>
                  <a:pt x="0" y="0"/>
                </a:moveTo>
                <a:lnTo>
                  <a:pt x="4168826" y="0"/>
                </a:lnTo>
                <a:lnTo>
                  <a:pt x="4168826" y="2084194"/>
                </a:lnTo>
                <a:lnTo>
                  <a:pt x="0" y="2084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" r="0" b="-5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508984" y="4989462"/>
            <a:ext cx="3400273" cy="44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Offer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08984" y="5609482"/>
            <a:ext cx="3400273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You have received an offer.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8643490" y="7020820"/>
            <a:ext cx="4168826" cy="2084194"/>
          </a:xfrm>
          <a:custGeom>
            <a:avLst/>
            <a:gdLst/>
            <a:ahLst/>
            <a:cxnLst/>
            <a:rect r="r" b="b" t="t" l="l"/>
            <a:pathLst>
              <a:path h="2084194" w="4168826">
                <a:moveTo>
                  <a:pt x="0" y="0"/>
                </a:moveTo>
                <a:lnTo>
                  <a:pt x="4168826" y="0"/>
                </a:lnTo>
                <a:lnTo>
                  <a:pt x="4168826" y="2084194"/>
                </a:lnTo>
                <a:lnTo>
                  <a:pt x="0" y="2084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" r="0" b="-5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103966" y="7309837"/>
            <a:ext cx="3400273" cy="44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Rejected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03966" y="7929858"/>
            <a:ext cx="3400273" cy="86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application was unsuccessful.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506588"/>
            <a:ext cx="161279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0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My Weekly Job Search Check-In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0049" y="3319015"/>
            <a:ext cx="3689452" cy="2383784"/>
            <a:chOff x="0" y="0"/>
            <a:chExt cx="4919269" cy="31783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19218" cy="3178429"/>
            </a:xfrm>
            <a:custGeom>
              <a:avLst/>
              <a:gdLst/>
              <a:ahLst/>
              <a:cxnLst/>
              <a:rect r="r" b="b" t="t" l="l"/>
              <a:pathLst>
                <a:path h="3178429" w="4919218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4857496" y="0"/>
                  </a:lnTo>
                  <a:cubicBezTo>
                    <a:pt x="4891532" y="0"/>
                    <a:pt x="4919218" y="27686"/>
                    <a:pt x="4919218" y="61722"/>
                  </a:cubicBezTo>
                  <a:lnTo>
                    <a:pt x="4919218" y="3116707"/>
                  </a:lnTo>
                  <a:cubicBezTo>
                    <a:pt x="4919218" y="3150743"/>
                    <a:pt x="4891532" y="3178429"/>
                    <a:pt x="4857496" y="3178429"/>
                  </a:cubicBezTo>
                  <a:lnTo>
                    <a:pt x="61722" y="3178429"/>
                  </a:lnTo>
                  <a:cubicBezTo>
                    <a:pt x="27686" y="3178429"/>
                    <a:pt x="0" y="3150743"/>
                    <a:pt x="0" y="311670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88564" y="3598964"/>
            <a:ext cx="3072413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Applications Sent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8564" y="4332532"/>
            <a:ext cx="3072413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078016" y="3319015"/>
            <a:ext cx="3689594" cy="2383784"/>
            <a:chOff x="0" y="0"/>
            <a:chExt cx="4919459" cy="31783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19472" cy="3178429"/>
            </a:xfrm>
            <a:custGeom>
              <a:avLst/>
              <a:gdLst/>
              <a:ahLst/>
              <a:cxnLst/>
              <a:rect r="r" b="b" t="t" l="l"/>
              <a:pathLst>
                <a:path h="3178429" w="4919472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4857750" y="0"/>
                  </a:lnTo>
                  <a:cubicBezTo>
                    <a:pt x="4891786" y="0"/>
                    <a:pt x="4919472" y="27686"/>
                    <a:pt x="4919472" y="61722"/>
                  </a:cubicBezTo>
                  <a:lnTo>
                    <a:pt x="4919472" y="3116707"/>
                  </a:lnTo>
                  <a:cubicBezTo>
                    <a:pt x="4919472" y="3150743"/>
                    <a:pt x="4891786" y="3178429"/>
                    <a:pt x="4857750" y="3178429"/>
                  </a:cubicBezTo>
                  <a:lnTo>
                    <a:pt x="61722" y="3178429"/>
                  </a:lnTo>
                  <a:cubicBezTo>
                    <a:pt x="27686" y="3178429"/>
                    <a:pt x="0" y="3150743"/>
                    <a:pt x="0" y="311670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386540" y="3598964"/>
            <a:ext cx="307255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Follow-Ups Completed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86540" y="4814735"/>
            <a:ext cx="3072555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80049" y="6011313"/>
            <a:ext cx="3689452" cy="2383784"/>
            <a:chOff x="0" y="0"/>
            <a:chExt cx="4919269" cy="31783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19218" cy="3178429"/>
            </a:xfrm>
            <a:custGeom>
              <a:avLst/>
              <a:gdLst/>
              <a:ahLst/>
              <a:cxnLst/>
              <a:rect r="r" b="b" t="t" l="l"/>
              <a:pathLst>
                <a:path h="3178429" w="4919218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4857496" y="0"/>
                  </a:lnTo>
                  <a:cubicBezTo>
                    <a:pt x="4891532" y="0"/>
                    <a:pt x="4919218" y="27686"/>
                    <a:pt x="4919218" y="61722"/>
                  </a:cubicBezTo>
                  <a:lnTo>
                    <a:pt x="4919218" y="3116707"/>
                  </a:lnTo>
                  <a:cubicBezTo>
                    <a:pt x="4919218" y="3150743"/>
                    <a:pt x="4891532" y="3178429"/>
                    <a:pt x="4857496" y="3178429"/>
                  </a:cubicBezTo>
                  <a:lnTo>
                    <a:pt x="61722" y="3178429"/>
                  </a:lnTo>
                  <a:cubicBezTo>
                    <a:pt x="27686" y="3178429"/>
                    <a:pt x="0" y="3150743"/>
                    <a:pt x="0" y="311670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88564" y="6291263"/>
            <a:ext cx="307241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Interviews Scheduled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8564" y="7507043"/>
            <a:ext cx="3072413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078016" y="6011313"/>
            <a:ext cx="3689594" cy="2383784"/>
            <a:chOff x="0" y="0"/>
            <a:chExt cx="4919459" cy="31783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19472" cy="3178429"/>
            </a:xfrm>
            <a:custGeom>
              <a:avLst/>
              <a:gdLst/>
              <a:ahLst/>
              <a:cxnLst/>
              <a:rect r="r" b="b" t="t" l="l"/>
              <a:pathLst>
                <a:path h="3178429" w="4919472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4857750" y="0"/>
                  </a:lnTo>
                  <a:cubicBezTo>
                    <a:pt x="4891786" y="0"/>
                    <a:pt x="4919472" y="27686"/>
                    <a:pt x="4919472" y="61722"/>
                  </a:cubicBezTo>
                  <a:lnTo>
                    <a:pt x="4919472" y="3116707"/>
                  </a:lnTo>
                  <a:cubicBezTo>
                    <a:pt x="4919472" y="3150743"/>
                    <a:pt x="4891786" y="3178429"/>
                    <a:pt x="4857750" y="3178429"/>
                  </a:cubicBezTo>
                  <a:lnTo>
                    <a:pt x="61722" y="3178429"/>
                  </a:lnTo>
                  <a:cubicBezTo>
                    <a:pt x="27686" y="3178429"/>
                    <a:pt x="0" y="3150743"/>
                    <a:pt x="0" y="311670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386540" y="6291263"/>
            <a:ext cx="307255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New Opportunities Found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86540" y="7507043"/>
            <a:ext cx="3072555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_______________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29915" y="3251892"/>
            <a:ext cx="7687570" cy="51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Weekly Checklist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29915" y="3985470"/>
            <a:ext cx="8601970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Updated my tracker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10865" y="4144566"/>
            <a:ext cx="346624" cy="346624"/>
            <a:chOff x="0" y="0"/>
            <a:chExt cx="462166" cy="4621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2153" cy="462153"/>
            </a:xfrm>
            <a:custGeom>
              <a:avLst/>
              <a:gdLst/>
              <a:ahLst/>
              <a:cxnLst/>
              <a:rect r="r" b="b" t="t" l="l"/>
              <a:pathLst>
                <a:path h="462153" w="462153">
                  <a:moveTo>
                    <a:pt x="0" y="69342"/>
                  </a:moveTo>
                  <a:cubicBezTo>
                    <a:pt x="0" y="30988"/>
                    <a:pt x="30988" y="0"/>
                    <a:pt x="69342" y="0"/>
                  </a:cubicBezTo>
                  <a:lnTo>
                    <a:pt x="392811" y="0"/>
                  </a:lnTo>
                  <a:cubicBezTo>
                    <a:pt x="431165" y="0"/>
                    <a:pt x="462153" y="30988"/>
                    <a:pt x="462153" y="69342"/>
                  </a:cubicBezTo>
                  <a:lnTo>
                    <a:pt x="462153" y="392811"/>
                  </a:lnTo>
                  <a:cubicBezTo>
                    <a:pt x="462153" y="431165"/>
                    <a:pt x="431165" y="462153"/>
                    <a:pt x="392811" y="462153"/>
                  </a:cubicBezTo>
                  <a:lnTo>
                    <a:pt x="69342" y="462153"/>
                  </a:lnTo>
                  <a:cubicBezTo>
                    <a:pt x="30988" y="462153"/>
                    <a:pt x="0" y="431165"/>
                    <a:pt x="0" y="3928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5" t="0" r="-78308" b="-2"/>
              </a:stretch>
            </a:blipFill>
            <a:ln w="38100" cap="sq">
              <a:solidFill>
                <a:srgbClr val="2150FE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529915" y="4587183"/>
            <a:ext cx="8601970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Followed up on pending applications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510865" y="4746279"/>
            <a:ext cx="346624" cy="346624"/>
            <a:chOff x="0" y="0"/>
            <a:chExt cx="462166" cy="4621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2153" cy="462153"/>
            </a:xfrm>
            <a:custGeom>
              <a:avLst/>
              <a:gdLst/>
              <a:ahLst/>
              <a:cxnLst/>
              <a:rect r="r" b="b" t="t" l="l"/>
              <a:pathLst>
                <a:path h="462153" w="462153">
                  <a:moveTo>
                    <a:pt x="0" y="69342"/>
                  </a:moveTo>
                  <a:cubicBezTo>
                    <a:pt x="0" y="30988"/>
                    <a:pt x="30988" y="0"/>
                    <a:pt x="69342" y="0"/>
                  </a:cubicBezTo>
                  <a:lnTo>
                    <a:pt x="392811" y="0"/>
                  </a:lnTo>
                  <a:cubicBezTo>
                    <a:pt x="431165" y="0"/>
                    <a:pt x="462153" y="30988"/>
                    <a:pt x="462153" y="69342"/>
                  </a:cubicBezTo>
                  <a:lnTo>
                    <a:pt x="462153" y="392811"/>
                  </a:lnTo>
                  <a:cubicBezTo>
                    <a:pt x="462153" y="431165"/>
                    <a:pt x="431165" y="462153"/>
                    <a:pt x="392811" y="462153"/>
                  </a:cubicBezTo>
                  <a:lnTo>
                    <a:pt x="69342" y="462153"/>
                  </a:lnTo>
                  <a:cubicBezTo>
                    <a:pt x="30988" y="462153"/>
                    <a:pt x="0" y="431165"/>
                    <a:pt x="0" y="3928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5" t="0" r="-78308" b="-2"/>
              </a:stretch>
            </a:blipFill>
            <a:ln w="38100" cap="sq">
              <a:solidFill>
                <a:srgbClr val="2150FE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9529915" y="5188896"/>
            <a:ext cx="8601970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Applied to relevant opportunities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510865" y="5347992"/>
            <a:ext cx="346624" cy="346624"/>
            <a:chOff x="0" y="0"/>
            <a:chExt cx="462166" cy="4621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2153" cy="462153"/>
            </a:xfrm>
            <a:custGeom>
              <a:avLst/>
              <a:gdLst/>
              <a:ahLst/>
              <a:cxnLst/>
              <a:rect r="r" b="b" t="t" l="l"/>
              <a:pathLst>
                <a:path h="462153" w="462153">
                  <a:moveTo>
                    <a:pt x="0" y="69342"/>
                  </a:moveTo>
                  <a:cubicBezTo>
                    <a:pt x="0" y="30988"/>
                    <a:pt x="30988" y="0"/>
                    <a:pt x="69342" y="0"/>
                  </a:cubicBezTo>
                  <a:lnTo>
                    <a:pt x="392811" y="0"/>
                  </a:lnTo>
                  <a:cubicBezTo>
                    <a:pt x="431165" y="0"/>
                    <a:pt x="462153" y="30988"/>
                    <a:pt x="462153" y="69342"/>
                  </a:cubicBezTo>
                  <a:lnTo>
                    <a:pt x="462153" y="392811"/>
                  </a:lnTo>
                  <a:cubicBezTo>
                    <a:pt x="462153" y="431165"/>
                    <a:pt x="431165" y="462153"/>
                    <a:pt x="392811" y="462153"/>
                  </a:cubicBezTo>
                  <a:lnTo>
                    <a:pt x="69342" y="462153"/>
                  </a:lnTo>
                  <a:cubicBezTo>
                    <a:pt x="30988" y="462153"/>
                    <a:pt x="0" y="431165"/>
                    <a:pt x="0" y="3928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5" t="0" r="-78308" b="-2"/>
              </a:stretch>
            </a:blipFill>
            <a:ln w="38100" cap="sq">
              <a:solidFill>
                <a:srgbClr val="2150FE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9529915" y="5790609"/>
            <a:ext cx="8601970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830"/>
              </a:lnSpc>
              <a:buFont typeface="Arial"/>
              <a:buChar char="•"/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Prepared for upcoming interviews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510865" y="5949706"/>
            <a:ext cx="346624" cy="346624"/>
            <a:chOff x="0" y="0"/>
            <a:chExt cx="462166" cy="46216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2153" cy="462153"/>
            </a:xfrm>
            <a:custGeom>
              <a:avLst/>
              <a:gdLst/>
              <a:ahLst/>
              <a:cxnLst/>
              <a:rect r="r" b="b" t="t" l="l"/>
              <a:pathLst>
                <a:path h="462153" w="462153">
                  <a:moveTo>
                    <a:pt x="0" y="69342"/>
                  </a:moveTo>
                  <a:cubicBezTo>
                    <a:pt x="0" y="30988"/>
                    <a:pt x="30988" y="0"/>
                    <a:pt x="69342" y="0"/>
                  </a:cubicBezTo>
                  <a:lnTo>
                    <a:pt x="392811" y="0"/>
                  </a:lnTo>
                  <a:cubicBezTo>
                    <a:pt x="431165" y="0"/>
                    <a:pt x="462153" y="30988"/>
                    <a:pt x="462153" y="69342"/>
                  </a:cubicBezTo>
                  <a:lnTo>
                    <a:pt x="462153" y="392811"/>
                  </a:lnTo>
                  <a:cubicBezTo>
                    <a:pt x="462153" y="431165"/>
                    <a:pt x="431165" y="462153"/>
                    <a:pt x="392811" y="462153"/>
                  </a:cubicBezTo>
                  <a:lnTo>
                    <a:pt x="69342" y="462153"/>
                  </a:lnTo>
                  <a:cubicBezTo>
                    <a:pt x="30988" y="462153"/>
                    <a:pt x="0" y="431165"/>
                    <a:pt x="0" y="3928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5" t="0" r="-78308" b="-2"/>
              </a:stretch>
            </a:blipFill>
            <a:ln w="38100" cap="sq">
              <a:solidFill>
                <a:srgbClr val="2150FE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0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646482"/>
            <a:ext cx="16127911" cy="1378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8"/>
              </a:lnSpc>
            </a:pPr>
            <a:r>
              <a:rPr lang="en-US" sz="830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Don't Just Apply.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3449688"/>
            <a:ext cx="161279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000">
                <a:solidFill>
                  <a:srgbClr val="D97706"/>
                </a:solidFill>
                <a:latin typeface="Crimson Pro"/>
                <a:ea typeface="Crimson Pro"/>
                <a:cs typeface="Crimson Pro"/>
                <a:sym typeface="Crimson Pro"/>
              </a:rPr>
              <a:t>Track Your Progress.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0049" y="4829327"/>
            <a:ext cx="16127911" cy="156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Keeping your job applications organised helps you remember important deadlines, follow up on pending applications, prepare for interviews, and track your progress. A simple tracker transforms your job search from overwhelming to manageable — giving you clarity on where each opportunity stands and confidence in your next steps.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80049" y="6820643"/>
            <a:ext cx="16127911" cy="38100"/>
            <a:chOff x="0" y="0"/>
            <a:chExt cx="21503881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03894" cy="50800"/>
            </a:xfrm>
            <a:custGeom>
              <a:avLst/>
              <a:gdLst/>
              <a:ahLst/>
              <a:cxnLst/>
              <a:rect r="r" b="b" t="t" l="l"/>
              <a:pathLst>
                <a:path h="50800" w="21503894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478494" y="0"/>
                  </a:lnTo>
                  <a:cubicBezTo>
                    <a:pt x="21492463" y="0"/>
                    <a:pt x="21503894" y="11430"/>
                    <a:pt x="21503894" y="25400"/>
                  </a:cubicBezTo>
                  <a:cubicBezTo>
                    <a:pt x="21503894" y="39370"/>
                    <a:pt x="21492463" y="50800"/>
                    <a:pt x="21478494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C4C4D">
                <a:alpha val="24706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80049" y="7282901"/>
            <a:ext cx="1618355" cy="468954"/>
            <a:chOff x="0" y="0"/>
            <a:chExt cx="2157806" cy="625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57857" cy="625348"/>
            </a:xfrm>
            <a:custGeom>
              <a:avLst/>
              <a:gdLst/>
              <a:ahLst/>
              <a:cxnLst/>
              <a:rect r="r" b="b" t="t" l="l"/>
              <a:pathLst>
                <a:path h="625348" w="2157857">
                  <a:moveTo>
                    <a:pt x="0" y="49403"/>
                  </a:moveTo>
                  <a:cubicBezTo>
                    <a:pt x="0" y="22098"/>
                    <a:pt x="22098" y="0"/>
                    <a:pt x="49403" y="0"/>
                  </a:cubicBezTo>
                  <a:lnTo>
                    <a:pt x="2108454" y="0"/>
                  </a:lnTo>
                  <a:cubicBezTo>
                    <a:pt x="2135759" y="0"/>
                    <a:pt x="2157857" y="22098"/>
                    <a:pt x="2157857" y="49403"/>
                  </a:cubicBezTo>
                  <a:lnTo>
                    <a:pt x="2157857" y="575945"/>
                  </a:lnTo>
                  <a:cubicBezTo>
                    <a:pt x="2157857" y="603250"/>
                    <a:pt x="2135759" y="625348"/>
                    <a:pt x="2108454" y="625348"/>
                  </a:cubicBezTo>
                  <a:lnTo>
                    <a:pt x="49403" y="625348"/>
                  </a:lnTo>
                  <a:cubicBezTo>
                    <a:pt x="22098" y="625221"/>
                    <a:pt x="0" y="603123"/>
                    <a:pt x="0" y="575945"/>
                  </a:cubicBezTo>
                  <a:close/>
                </a:path>
              </a:pathLst>
            </a:custGeom>
            <a:solidFill>
              <a:srgbClr val="CCD7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65187" y="7393934"/>
            <a:ext cx="246755" cy="246755"/>
            <a:chOff x="0" y="0"/>
            <a:chExt cx="329006" cy="32900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329057" cy="329057"/>
            </a:xfrm>
            <a:custGeom>
              <a:avLst/>
              <a:gdLst/>
              <a:ahLst/>
              <a:cxnLst/>
              <a:rect r="r" b="b" t="t" l="l"/>
              <a:pathLst>
                <a:path h="329057" w="329057">
                  <a:moveTo>
                    <a:pt x="0" y="0"/>
                  </a:moveTo>
                  <a:lnTo>
                    <a:pt x="329057" y="0"/>
                  </a:lnTo>
                  <a:lnTo>
                    <a:pt x="329057" y="329057"/>
                  </a:lnTo>
                  <a:lnTo>
                    <a:pt x="0" y="329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5" b="15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635328" y="7375474"/>
            <a:ext cx="1792338" cy="283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9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FALAYN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0049" y="8013202"/>
            <a:ext cx="17042311" cy="57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Free Career Resources for Gulf Job Seekers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DAHR0m4k21M</dc:identifier>
  <dcterms:modified xsi:type="dcterms:W3CDTF">2011-08-01T06:04:30Z</dcterms:modified>
  <cp:revision>1</cp:revision>
  <dc:title>Gulf-Job-Application-Tracker.pptx</dc:title>
</cp:coreProperties>
</file>